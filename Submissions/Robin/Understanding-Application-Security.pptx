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Roboto Mono Medium"/>
      <p:regular r:id="rId201314"/>
    </p:embeddedFont>
    <p:embeddedFont>
      <p:font typeface="Roboto Mono Bold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18741"/>
            <a:ext cx="901526" cy="233214"/>
          </a:xfrm>
          <a:prstGeom prst="roundRect">
            <a:avLst>
              <a:gd name="adj" fmla="val 6383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155948"/>
            <a:ext cx="120989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01514"/>
            <a:ext cx="362061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AppArmor in Linux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975098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Understanding Application Security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496119" y="3230910"/>
            <a:ext cx="8151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AppArmor is a Linux Security Module (LSM) that provides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Mandatory Access Control (MAC)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confining individual programs to a limited set of resources. Unlike traditional Discretionary Access Control (DAC), MAC policies are enforced by the kernel and cannot be overridden by users — even root. Originally developed by Immunix and later adopted by Novell, AppArmor is now the default security framework on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Ubuntu, Debian, SUSE, and openSUSE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is actively maintained and widely used in production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6230"/>
            <a:ext cx="948854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DCF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838200"/>
            <a:ext cx="124770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88529"/>
            <a:ext cx="51092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Why AppArmor Is Important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6211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 application is compromised, the damage it can cause is only limited by the permissions it holds. AppArmor changes that equation by enforcing strict boundaries around every confined process.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198563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404040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2322537"/>
            <a:ext cx="16743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 Blast Radius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2590800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compromised service cannot freely traverse the filesystem or access unrelated system resources — damage is contained by design.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198563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4757961" y="2322537"/>
            <a:ext cx="25115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Prevent Unauthorized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7961" y="2590800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 can only read, write, or execute exactly what their profile permits — nothing more, nothing less.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434135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620092" y="3558108"/>
            <a:ext cx="19534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Reduce Attack Surface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092" y="3826371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restricting capabilities, network access, and file paths, AppArmor eliminates entire classes of exploitation.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3987" y="3434135"/>
            <a:ext cx="4013895" cy="913135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7961" y="355810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7961" y="3826371"/>
            <a:ext cx="376594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AppArmor adds a critical layer on top of firewalls, user permissions, and other controls — no single point of failure.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293117"/>
            <a:ext cx="744215" cy="200174"/>
          </a:xfrm>
          <a:prstGeom prst="roundRect">
            <a:avLst>
              <a:gd name="adj" fmla="val 6391"/>
            </a:avLst>
          </a:prstGeom>
          <a:noFill/>
          <a:ln w="4763">
            <a:solidFill>
              <a:srgbClr val="DCF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5077" y="329803"/>
            <a:ext cx="10640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26393" y="529903"/>
            <a:ext cx="3334866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How AppArmor Works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26393" y="1000348"/>
            <a:ext cx="8291215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AppArmor operates entirely within the Linux kernel. Every access request made by a confined application is intercepted and evaluated against its security profile before the action is permitted. The enforcement is transparent to the application itself.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47" y="1420490"/>
            <a:ext cx="8025631" cy="30115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3742" y="3584357"/>
            <a:ext cx="1210485" cy="46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Blocked / Logged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18198" y="3584357"/>
            <a:ext cx="1210485" cy="46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Allowed Proceed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00945" y="3584357"/>
            <a:ext cx="1210485" cy="46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Kernel Intercepts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483693" y="3584357"/>
            <a:ext cx="1210486" cy="46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 Launched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3276" y="3584357"/>
            <a:ext cx="1210486" cy="46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Profile Created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26393" y="4535016"/>
            <a:ext cx="8291215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kernel-level enforcement means that even if an attacker exploits a vulnerability in the application, they cannot escape the boundaries defined by the profile. The kernel is the ultimate arbiter of all access decisions.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326975"/>
            <a:ext cx="998637" cy="228079"/>
          </a:xfrm>
          <a:prstGeom prst="roundRect">
            <a:avLst>
              <a:gd name="adj" fmla="val 6221"/>
            </a:avLst>
          </a:prstGeom>
          <a:noFill/>
          <a:ln w="4763">
            <a:solidFill>
              <a:srgbClr val="DCF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580" y="367159"/>
            <a:ext cx="1304479" cy="14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PROFILES &amp; MODES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2901" y="600075"/>
            <a:ext cx="5245075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AppArmor Profiles and Modes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87772" y="1138535"/>
            <a:ext cx="4125144" cy="3677989"/>
          </a:xfrm>
          <a:prstGeom prst="roundRect">
            <a:avLst>
              <a:gd name="adj" fmla="val 482"/>
            </a:avLst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505941" y="1251198"/>
            <a:ext cx="205278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Is a Profile?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5941" y="1548557"/>
            <a:ext cx="3888804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profile defines exactly what a program can do — which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 it can read or write, which network ports it can use, and which system capabilities it may invoke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Profiles are stored in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CFF2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/etc/apparmor.d/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loaded into the kernel at boot or on demand.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5941" y="2409527"/>
            <a:ext cx="19350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Enforce Mode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5941" y="2706886"/>
            <a:ext cx="3888804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protection.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Any action that violates the profile is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immediately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the kernel. This is the production-ready state for any confined application.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5941" y="3373636"/>
            <a:ext cx="19350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Complain Mode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5941" y="3670995"/>
            <a:ext cx="3888804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and debugging.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Violations are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logged but not blocked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Use this mode to develop new profiles or troubleshoot existing ones without disrupting service.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0977" y="1251198"/>
            <a:ext cx="249599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Example Profile Snippet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0977" y="1562621"/>
            <a:ext cx="3954884" cy="2637383"/>
          </a:xfrm>
          <a:prstGeom prst="roundRect">
            <a:avLst>
              <a:gd name="adj" fmla="val 672"/>
            </a:avLst>
          </a:prstGeom>
          <a:solidFill>
            <a:srgbClr val="2E2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5098" y="1562621"/>
            <a:ext cx="3966642" cy="2637383"/>
          </a:xfrm>
          <a:prstGeom prst="roundRect">
            <a:avLst>
              <a:gd name="adj" fmla="val 672"/>
            </a:avLst>
          </a:prstGeom>
          <a:solidFill>
            <a:srgbClr val="2E2E2E"/>
          </a:solidFill>
          <a:ln/>
        </p:spPr>
      </p:sp>
      <p:sp>
        <p:nvSpPr>
          <p:cNvPr id="15" name="Text 13"/>
          <p:cNvSpPr/>
          <p:nvPr/>
        </p:nvSpPr>
        <p:spPr>
          <a:xfrm>
            <a:off x="4862885" y="1680790"/>
            <a:ext cx="3671069" cy="2401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/usr/sbin/nginx {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Allow read access to web files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/var/www/** r,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Allow write to log directory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/var/log/nginx/** rw,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Allow network on port 80 and 443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 inet tcp,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Deny everything else by default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0977" y="4326731"/>
            <a:ext cx="395488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Paths use glob patterns (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Permissions include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(read),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(write),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(execute), and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(lock). Anything not explicitly allowed is denied.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2193"/>
            <a:ext cx="72471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DCF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684163"/>
            <a:ext cx="102356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34492"/>
            <a:ext cx="492316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Common AppArmor Commands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08075"/>
            <a:ext cx="8151763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the essential commands every AppArmor administrator should know. All require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privileges and operate on profiles stored in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/etc/apparmor.d/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2054051"/>
            <a:ext cx="4028182" cy="11592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7242" y="2192313"/>
            <a:ext cx="1550566" cy="2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aa-status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7242" y="2479625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the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status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loaded profiles — which are in enforce mode, which are in complain mode, and which processes are currently confined. Your first diagnostic tool.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99" y="2054051"/>
            <a:ext cx="4028182" cy="11592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15111" y="2192313"/>
            <a:ext cx="2344192" cy="2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aa-enforce /path/to/profile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15111" y="2479625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Switches a profile to enforce mode. The kernel will now actively block any action that violates the profile rules. Use after testing in complain mode.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3337247"/>
            <a:ext cx="4028182" cy="11639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7242" y="3475509"/>
            <a:ext cx="2462287" cy="2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aa-complain /path/to/profile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7242" y="3762821"/>
            <a:ext cx="3694509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Switches a profile to complain mode. Violations are logged to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/var/log/syslog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audit.log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but not blocked. Ideal for profile development.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699" y="3337247"/>
            <a:ext cx="4028182" cy="116398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15111" y="3475509"/>
            <a:ext cx="3570982" cy="2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apparmor_parser -r /etc/apparmor.d/profile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815111" y="3762821"/>
            <a:ext cx="369450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Reloads a profile into the kernel after edits. The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flag replaces the existing loaded version without requiring a service restart.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5707"/>
            <a:ext cx="629245" cy="233214"/>
          </a:xfrm>
          <a:prstGeom prst="roundRect">
            <a:avLst>
              <a:gd name="adj" fmla="val 6383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572914"/>
            <a:ext cx="93761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18480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39206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6" name="Text 4"/>
          <p:cNvSpPr/>
          <p:nvPr/>
        </p:nvSpPr>
        <p:spPr>
          <a:xfrm>
            <a:off x="542627" y="141531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9145" y="1434703"/>
            <a:ext cx="359531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AppArmor provides Mandatory Access Control at the kernel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9145" y="1896814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discretionary permissions, MAC policies cannot be bypassed by users — even root. The kernel enforces every rule.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9465" y="139206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4695974" y="141531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52492" y="1434703"/>
            <a:ext cx="35953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Profiles define exactly what an application can 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52492" y="1896814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Files, network, capabilities — every resource is explicitly allowed or denied. The default stance is deny-all.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541761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4" name="Text 12"/>
          <p:cNvSpPr/>
          <p:nvPr/>
        </p:nvSpPr>
        <p:spPr>
          <a:xfrm>
            <a:off x="542627" y="256501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9145" y="2584400"/>
            <a:ext cx="359531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Two modes support both learning and production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9145" y="3046512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complain mode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develop and debug profiles, then switch to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mode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active protection in production.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9465" y="2541761"/>
            <a:ext cx="279053" cy="279053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8" name="Text 16"/>
          <p:cNvSpPr/>
          <p:nvPr/>
        </p:nvSpPr>
        <p:spPr>
          <a:xfrm>
            <a:off x="4695974" y="256501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52492" y="2584400"/>
            <a:ext cx="35953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AppArmor is a critical tool for Linux hardening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2492" y="3046512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Pre-installed on major distributions, easy to configure, and effective at containing compromised applications — essential knowledge for any security-minded Linux administrator.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781425"/>
            <a:ext cx="8151763" cy="686842"/>
          </a:xfrm>
          <a:prstGeom prst="roundRect">
            <a:avLst>
              <a:gd name="adj" fmla="val 2709"/>
            </a:avLst>
          </a:prstGeom>
          <a:solidFill>
            <a:srgbClr val="022349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961209"/>
            <a:ext cx="155004" cy="12397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9071" y="3924002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aa-status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your system to see which profiles are already active. Try converting a complain-mode profile to enforce mode and observe the logs.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2026-06-09T03:53:14Z</dcterms:created>
  <dcterms:modified xsi:type="dcterms:W3CDTF">2026-06-09T03:53:14Z</dcterms:modified>
</cp:coreProperties>
</file>