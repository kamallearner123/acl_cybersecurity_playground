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embeddedFontLst>
    <p:embeddedFont>
      <p:font typeface="Roboto Mono Medium"/>
      <p:regular r:id="rId201314"/>
    </p:embeddedFont>
    <p:embeddedFont>
      <p:font typeface="Roboto Mono Bold"/>
      <p:regular r:id="rId201315"/>
    </p:embeddedFont>
    <p:embeddedFont>
      <p:font typeface="Roboto"/>
      <p:regular r:id="rId201316"/>
    </p:embeddedFont>
    <p:embeddedFont>
      <p:font typeface="Roboto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030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121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1118741"/>
            <a:ext cx="901526" cy="233214"/>
          </a:xfrm>
          <a:prstGeom prst="roundRect">
            <a:avLst>
              <a:gd name="adj" fmla="val 6383"/>
            </a:avLst>
          </a:prstGeom>
          <a:solidFill>
            <a:srgbClr val="3D4D00"/>
          </a:solidFill>
          <a:ln/>
        </p:spPr>
      </p:sp>
      <p:sp>
        <p:nvSpPr>
          <p:cNvPr id="3" name="Text 1"/>
          <p:cNvSpPr/>
          <p:nvPr/>
        </p:nvSpPr>
        <p:spPr>
          <a:xfrm>
            <a:off x="570533" y="1155948"/>
            <a:ext cx="1209898" cy="1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LINUX SECURITY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1401514"/>
            <a:ext cx="3620616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AppArmor in Linux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975098"/>
            <a:ext cx="8151763" cy="1069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Understanding Application Security</a:t>
            </a:r>
            <a:endParaRPr lang="en-US" sz="3350" dirty="0"/>
          </a:p>
        </p:txBody>
      </p:sp>
      <p:sp>
        <p:nvSpPr>
          <p:cNvPr id="6" name="Text 4"/>
          <p:cNvSpPr/>
          <p:nvPr/>
        </p:nvSpPr>
        <p:spPr>
          <a:xfrm>
            <a:off x="496119" y="3230910"/>
            <a:ext cx="815176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AppArmor is a Linux Security Module (LSM) that provides </a:t>
            </a:r>
            <a:pPr algn="l" indent="0" marL="0">
              <a:lnSpc>
                <a:spcPct val="133000"/>
              </a:lnSpc>
              <a:buNone/>
            </a:pPr>
            <a:r>
              <a:rPr lang="en-US" sz="95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Mandatory Access Control (MAC)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by confining individual programs to a limited set of resources. Unlike traditional Discretionary Access Control (DAC), MAC policies are enforced by the kernel and cannot be overridden by users — even root. Originally developed by Immunix and later adopted by Novell, AppArmor is now the default security framework on </a:t>
            </a:r>
            <a:pPr algn="l" indent="0" marL="0">
              <a:lnSpc>
                <a:spcPct val="133000"/>
              </a:lnSpc>
              <a:buNone/>
            </a:pPr>
            <a:r>
              <a:rPr lang="en-US" sz="95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Ubuntu, Debian, SUSE, and openSUSE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It is actively maintained and widely used in production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796230"/>
            <a:ext cx="948854" cy="242739"/>
          </a:xfrm>
          <a:prstGeom prst="roundRect">
            <a:avLst>
              <a:gd name="adj" fmla="val 6132"/>
            </a:avLst>
          </a:prstGeom>
          <a:noFill/>
          <a:ln w="4763">
            <a:solidFill>
              <a:srgbClr val="DCF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5295" y="838200"/>
            <a:ext cx="1247701" cy="1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750" dirty="0">
                <a:solidFill>
                  <a:srgbClr val="DCFF5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IT MATTERS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1088529"/>
            <a:ext cx="5109270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Why AppArmor Is Important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662113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an application is compromised, the damage it can cause is only limited by the permissions it holds. AppArmor changes that equation by enforcing strict boundaries around every confined process.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96119" y="2198563"/>
            <a:ext cx="4013895" cy="1111597"/>
          </a:xfrm>
          <a:prstGeom prst="roundRect">
            <a:avLst>
              <a:gd name="adj" fmla="val 1674"/>
            </a:avLst>
          </a:prstGeom>
          <a:solidFill>
            <a:srgbClr val="404040"/>
          </a:solidFill>
          <a:ln/>
        </p:spPr>
      </p:sp>
      <p:sp>
        <p:nvSpPr>
          <p:cNvPr id="7" name="Text 5"/>
          <p:cNvSpPr/>
          <p:nvPr/>
        </p:nvSpPr>
        <p:spPr>
          <a:xfrm>
            <a:off x="620092" y="2322537"/>
            <a:ext cx="1674391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Limit Blast Radius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0092" y="2590800"/>
            <a:ext cx="3765947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compromised service cannot freely traverse the filesystem or access unrelated system resources — damage is contained by design.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33987" y="2198563"/>
            <a:ext cx="4013895" cy="1111597"/>
          </a:xfrm>
          <a:prstGeom prst="roundRect">
            <a:avLst>
              <a:gd name="adj" fmla="val 1674"/>
            </a:avLst>
          </a:prstGeom>
          <a:solidFill>
            <a:srgbClr val="404040"/>
          </a:solidFill>
          <a:ln/>
        </p:spPr>
      </p:sp>
      <p:sp>
        <p:nvSpPr>
          <p:cNvPr id="10" name="Text 8"/>
          <p:cNvSpPr/>
          <p:nvPr/>
        </p:nvSpPr>
        <p:spPr>
          <a:xfrm>
            <a:off x="4757961" y="2322537"/>
            <a:ext cx="2511549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Prevent Unauthorized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7961" y="2590800"/>
            <a:ext cx="3765947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Applications can only read, write, or execute exactly what their profile permits — nothing more, nothing less.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6119" y="3434135"/>
            <a:ext cx="4013895" cy="913135"/>
          </a:xfrm>
          <a:prstGeom prst="roundRect">
            <a:avLst>
              <a:gd name="adj" fmla="val 2038"/>
            </a:avLst>
          </a:prstGeom>
          <a:solidFill>
            <a:srgbClr val="404040"/>
          </a:solidFill>
          <a:ln/>
        </p:spPr>
      </p:sp>
      <p:sp>
        <p:nvSpPr>
          <p:cNvPr id="13" name="Text 11"/>
          <p:cNvSpPr/>
          <p:nvPr/>
        </p:nvSpPr>
        <p:spPr>
          <a:xfrm>
            <a:off x="620092" y="3558108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Reduce Attack Surface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0092" y="3826371"/>
            <a:ext cx="3765947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restricting capabilities, network access, and file paths, AppArmor eliminates entire classes of exploitation.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33987" y="3434135"/>
            <a:ext cx="4013895" cy="913135"/>
          </a:xfrm>
          <a:prstGeom prst="roundRect">
            <a:avLst>
              <a:gd name="adj" fmla="val 2038"/>
            </a:avLst>
          </a:prstGeom>
          <a:solidFill>
            <a:srgbClr val="4040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7961" y="3558108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Defense in Depth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7961" y="3826371"/>
            <a:ext cx="3765947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AppArmor adds a critical layer on top of firewalls, user permissions, and other controls — no single point of failure.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393" y="293117"/>
            <a:ext cx="744215" cy="200174"/>
          </a:xfrm>
          <a:prstGeom prst="roundRect">
            <a:avLst>
              <a:gd name="adj" fmla="val 6391"/>
            </a:avLst>
          </a:prstGeom>
          <a:noFill/>
          <a:ln w="4763">
            <a:solidFill>
              <a:srgbClr val="DCF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95077" y="329803"/>
            <a:ext cx="1064047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650" dirty="0">
                <a:solidFill>
                  <a:srgbClr val="DCFF5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426393" y="529903"/>
            <a:ext cx="3334866" cy="333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How AppArmor Works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426393" y="1000348"/>
            <a:ext cx="8291215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8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AppArmor operates entirely within the Linux kernel. Every access request made by a confined application is intercepted and evaluated against its security profile before the action is permitted. The enforcement is transparent to the application itself.</a:t>
            </a:r>
            <a:endParaRPr lang="en-US" sz="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47" y="1420490"/>
            <a:ext cx="8025631" cy="30115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3742" y="3584357"/>
            <a:ext cx="1210485" cy="46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Blocked / Logged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518198" y="3584357"/>
            <a:ext cx="1210485" cy="46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Allowed Proceed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000945" y="3584357"/>
            <a:ext cx="1210485" cy="46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Kernel Intercepts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2483693" y="3584357"/>
            <a:ext cx="1210486" cy="46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App Launched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3276" y="3584357"/>
            <a:ext cx="1210486" cy="46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Profile Created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26393" y="4535016"/>
            <a:ext cx="8291215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8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kernel-level enforcement means that even if an attacker exploits a vulnerability in the application, they cannot escape the boundaries defined by the profile. The kernel is the ultimate arbiter of all access decisions.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901" y="326975"/>
            <a:ext cx="998637" cy="228079"/>
          </a:xfrm>
          <a:prstGeom prst="roundRect">
            <a:avLst>
              <a:gd name="adj" fmla="val 6221"/>
            </a:avLst>
          </a:prstGeom>
          <a:noFill/>
          <a:ln w="4763">
            <a:solidFill>
              <a:srgbClr val="DCF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580" y="367159"/>
            <a:ext cx="1304479" cy="14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DCFF5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&amp; MODES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72901" y="600075"/>
            <a:ext cx="5245075" cy="3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AppArmor Profiles and Modes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87772" y="1138535"/>
            <a:ext cx="4125144" cy="3677989"/>
          </a:xfrm>
          <a:prstGeom prst="roundRect">
            <a:avLst>
              <a:gd name="adj" fmla="val 482"/>
            </a:avLst>
          </a:prstGeom>
          <a:solidFill>
            <a:srgbClr val="DCFF50"/>
          </a:solidFill>
          <a:ln/>
        </p:spPr>
      </p:sp>
      <p:sp>
        <p:nvSpPr>
          <p:cNvPr id="6" name="Text 4"/>
          <p:cNvSpPr/>
          <p:nvPr/>
        </p:nvSpPr>
        <p:spPr>
          <a:xfrm>
            <a:off x="505941" y="1251198"/>
            <a:ext cx="2052786" cy="184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What Is a Profile?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5941" y="1548557"/>
            <a:ext cx="3888804" cy="74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profile defines exactly what a program can do — which </a:t>
            </a:r>
            <a:pPr algn="l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files it can read or write, which network ports it can use, and which system capabilities it may invoke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Profiles are stored in 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highlight>
                  <a:srgbClr val="CFF24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/etc/apparmor.d/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loaded into the kernel at boot or on demand.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5941" y="2409527"/>
            <a:ext cx="1935063" cy="184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Enforce Mode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5941" y="2706886"/>
            <a:ext cx="3888804" cy="554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Active protection.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Any action that violates the profile is </a:t>
            </a:r>
            <a:pPr algn="l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immediately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by the kernel. This is the production-ready state for any confined application.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5941" y="3373636"/>
            <a:ext cx="1935063" cy="184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Complain Mode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5941" y="3670995"/>
            <a:ext cx="3888804" cy="554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Learning and debugging.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Violations are </a:t>
            </a:r>
            <a:pPr algn="l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logged but not blocked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Use this mode to develop new profiles or troubleshoot existing ones without disrupting service.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20977" y="1251198"/>
            <a:ext cx="2495996" cy="184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Example Profile Snippet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20977" y="1562621"/>
            <a:ext cx="3954884" cy="2637383"/>
          </a:xfrm>
          <a:prstGeom prst="roundRect">
            <a:avLst>
              <a:gd name="adj" fmla="val 672"/>
            </a:avLst>
          </a:prstGeom>
          <a:solidFill>
            <a:srgbClr val="2E2E2E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5098" y="1562621"/>
            <a:ext cx="3966642" cy="2637383"/>
          </a:xfrm>
          <a:prstGeom prst="roundRect">
            <a:avLst>
              <a:gd name="adj" fmla="val 672"/>
            </a:avLst>
          </a:prstGeom>
          <a:solidFill>
            <a:srgbClr val="2E2E2E"/>
          </a:solidFill>
          <a:ln/>
        </p:spPr>
      </p:sp>
      <p:sp>
        <p:nvSpPr>
          <p:cNvPr id="15" name="Text 13"/>
          <p:cNvSpPr/>
          <p:nvPr/>
        </p:nvSpPr>
        <p:spPr>
          <a:xfrm>
            <a:off x="4862885" y="1680790"/>
            <a:ext cx="3671069" cy="2401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/usr/sbin/nginx {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Allow read access to web files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/var/www/** r,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Allow write to log directory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/var/log/nginx/** rw,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Allow network on port 80 and 443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network inet tcp,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Deny everything else by default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20977" y="4326731"/>
            <a:ext cx="3954884" cy="388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Paths use glob patterns (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**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). Permissions include 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(read), 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(write), 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(execute), and 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(lock). Anything not explicitly allowed is denied.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50107" y="224061"/>
            <a:ext cx="2056209" cy="199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AppArmor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2050107" y="489868"/>
            <a:ext cx="5500985" cy="77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 name: /etc/apparmor.d/usr.sbin.apache2</a:t>
            </a:r>
            <a:endParaRPr lang="en-US" sz="500" dirty="0"/>
          </a:p>
        </p:txBody>
      </p:sp>
      <p:sp>
        <p:nvSpPr>
          <p:cNvPr id="4" name="Shape 2"/>
          <p:cNvSpPr/>
          <p:nvPr/>
        </p:nvSpPr>
        <p:spPr>
          <a:xfrm>
            <a:off x="2050107" y="604465"/>
            <a:ext cx="5043785" cy="4314974"/>
          </a:xfrm>
          <a:prstGeom prst="roundRect">
            <a:avLst>
              <a:gd name="adj" fmla="val 222"/>
            </a:avLst>
          </a:prstGeom>
          <a:solidFill>
            <a:srgbClr val="2E2E2E"/>
          </a:solidFill>
          <a:ln/>
        </p:spPr>
      </p:sp>
      <p:sp>
        <p:nvSpPr>
          <p:cNvPr id="5" name="Shape 3"/>
          <p:cNvSpPr/>
          <p:nvPr/>
        </p:nvSpPr>
        <p:spPr>
          <a:xfrm>
            <a:off x="2046982" y="604465"/>
            <a:ext cx="5050036" cy="4314974"/>
          </a:xfrm>
          <a:prstGeom prst="roundRect">
            <a:avLst>
              <a:gd name="adj" fmla="val 222"/>
            </a:avLst>
          </a:prstGeom>
          <a:solidFill>
            <a:srgbClr val="2E2E2E"/>
          </a:solidFill>
          <a:ln/>
        </p:spPr>
      </p:sp>
      <p:sp>
        <p:nvSpPr>
          <p:cNvPr id="6" name="Text 4"/>
          <p:cNvSpPr/>
          <p:nvPr/>
        </p:nvSpPr>
        <p:spPr>
          <a:xfrm>
            <a:off x="2126903" y="668387"/>
            <a:ext cx="4890195" cy="4187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 includes policy rules from another AppArmor file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&lt;tunables/global&gt;     # Loads variables and system-wide settings.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"/etc/apparmor.d/custom/myrules"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profile apache2-simple /usr/sbin/apache2 {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reading configuration files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/etc/apache2/**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reading website files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/var/www/html/**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wesite to upload file to server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/var/www/html/uploads/** rw,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only shell scripts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/home/user/scripts/*.sh ix,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writing logs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/var/log/apache2/** rw,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access to SSL certificates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/etc/ssl/**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reading shared libraries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/usr/lib/**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/lib/**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/lib64/**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network access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 inet stream,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 inet6 dgram,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Allow Apache process execution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/usr/sbin/apache2 mr,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# Deny access to sensitive files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deny /etc/shadow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deny /etc/passwd w,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profile parent /usr/bin/parent {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/data/**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profile child {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/tmp/** rw,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/data/** r,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500" dirty="0"/>
          </a:p>
          <a:p>
            <a:pPr algn="l" indent="0" marL="0">
              <a:lnSpc>
                <a:spcPct val="101000"/>
              </a:lnSpc>
              <a:buNone/>
            </a:pPr>
            <a:r>
              <a:rPr lang="en-US" sz="500" dirty="0">
                <a:solidFill>
                  <a:srgbClr val="8B949E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42193"/>
            <a:ext cx="724719" cy="242739"/>
          </a:xfrm>
          <a:prstGeom prst="roundRect">
            <a:avLst>
              <a:gd name="adj" fmla="val 6132"/>
            </a:avLst>
          </a:prstGeom>
          <a:noFill/>
          <a:ln w="4763">
            <a:solidFill>
              <a:srgbClr val="DCF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5295" y="684163"/>
            <a:ext cx="1023565" cy="1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750" dirty="0">
                <a:solidFill>
                  <a:srgbClr val="DCFF5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COMMANDS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934492"/>
            <a:ext cx="4923160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Common AppArmor Commands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508075"/>
            <a:ext cx="8151763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These are the essential commands every AppArmor administrator should know. All require 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privileges and operate on profiles stored in 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/etc/apparmor.d/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9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1831" y="2054051"/>
            <a:ext cx="4028182" cy="11592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7242" y="2192313"/>
            <a:ext cx="1550566" cy="212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sudo aa-status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7242" y="2479625"/>
            <a:ext cx="3694509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Displays the </a:t>
            </a:r>
            <a:pPr algn="l" indent="0" marL="0">
              <a:lnSpc>
                <a:spcPct val="133000"/>
              </a:lnSpc>
              <a:buNone/>
            </a:pPr>
            <a:r>
              <a:rPr lang="en-US" sz="95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current status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of all loaded profiles — which are in enforce mode, which are in complain mode, and which processes are currently confined. Your first diagnostic tool.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99" y="2054051"/>
            <a:ext cx="4028182" cy="115922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15111" y="2192313"/>
            <a:ext cx="2344192" cy="212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sudo aa-enforce /path/to/profile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815111" y="2479625"/>
            <a:ext cx="3694509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Switches a profile to enforce mode. The kernel will now actively block any action that violates the profile rules. Use after testing in complain mode.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831" y="3337247"/>
            <a:ext cx="4028182" cy="116398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77242" y="3475509"/>
            <a:ext cx="2462287" cy="212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sudo aa-complain /path/to/profile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77242" y="3762821"/>
            <a:ext cx="3694509" cy="600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Switches a profile to complain mode. Violations are logged to 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/var/log/syslog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or 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audit.log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but not blocked. Ideal for profile development.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19699" y="3337247"/>
            <a:ext cx="4028182" cy="11639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815111" y="3475509"/>
            <a:ext cx="3570982" cy="212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sudo apparmor_parser -r /etc/apparmor.d/profile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4815111" y="3762821"/>
            <a:ext cx="3694509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Reloads a profile into the kernel after edits. The 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-r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flag replaces the existing loaded version without requiring a service restart.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35707"/>
            <a:ext cx="629245" cy="233214"/>
          </a:xfrm>
          <a:prstGeom prst="roundRect">
            <a:avLst>
              <a:gd name="adj" fmla="val 6383"/>
            </a:avLst>
          </a:prstGeom>
          <a:solidFill>
            <a:srgbClr val="3D4D00"/>
          </a:solidFill>
          <a:ln/>
        </p:spPr>
      </p:sp>
      <p:sp>
        <p:nvSpPr>
          <p:cNvPr id="3" name="Text 1"/>
          <p:cNvSpPr/>
          <p:nvPr/>
        </p:nvSpPr>
        <p:spPr>
          <a:xfrm>
            <a:off x="570533" y="572914"/>
            <a:ext cx="937617" cy="15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SUMMARY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818480"/>
            <a:ext cx="355833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96119" y="1392064"/>
            <a:ext cx="279053" cy="279053"/>
          </a:xfrm>
          <a:prstGeom prst="roundRect">
            <a:avLst>
              <a:gd name="adj" fmla="val 6668"/>
            </a:avLst>
          </a:prstGeom>
          <a:solidFill>
            <a:srgbClr val="404040"/>
          </a:solidFill>
          <a:ln/>
        </p:spPr>
      </p:sp>
      <p:sp>
        <p:nvSpPr>
          <p:cNvPr id="6" name="Text 4"/>
          <p:cNvSpPr/>
          <p:nvPr/>
        </p:nvSpPr>
        <p:spPr>
          <a:xfrm>
            <a:off x="542627" y="1415318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99145" y="1434703"/>
            <a:ext cx="3595315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AppArmor provides Mandatory Access Control at the kernel level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9145" y="1896814"/>
            <a:ext cx="3595315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discretionary permissions, MAC policies cannot be bypassed by users — even root. The kernel enforces every rule.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49465" y="1392064"/>
            <a:ext cx="279053" cy="279053"/>
          </a:xfrm>
          <a:prstGeom prst="roundRect">
            <a:avLst>
              <a:gd name="adj" fmla="val 6668"/>
            </a:avLst>
          </a:prstGeom>
          <a:solidFill>
            <a:srgbClr val="404040"/>
          </a:solidFill>
          <a:ln/>
        </p:spPr>
      </p:sp>
      <p:sp>
        <p:nvSpPr>
          <p:cNvPr id="10" name="Text 8"/>
          <p:cNvSpPr/>
          <p:nvPr/>
        </p:nvSpPr>
        <p:spPr>
          <a:xfrm>
            <a:off x="4695974" y="1415318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52492" y="1434703"/>
            <a:ext cx="3595390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Profiles define exactly what an application can do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52492" y="1896814"/>
            <a:ext cx="3595390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Files, network, capabilities — every resource is explicitly allowed or denied. The default stance is deny-all.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6119" y="2541761"/>
            <a:ext cx="279053" cy="279053"/>
          </a:xfrm>
          <a:prstGeom prst="roundRect">
            <a:avLst>
              <a:gd name="adj" fmla="val 6668"/>
            </a:avLst>
          </a:prstGeom>
          <a:solidFill>
            <a:srgbClr val="404040"/>
          </a:solidFill>
          <a:ln/>
        </p:spPr>
      </p:sp>
      <p:sp>
        <p:nvSpPr>
          <p:cNvPr id="14" name="Text 12"/>
          <p:cNvSpPr/>
          <p:nvPr/>
        </p:nvSpPr>
        <p:spPr>
          <a:xfrm>
            <a:off x="542627" y="2565016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9145" y="2584400"/>
            <a:ext cx="3595315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Two modes support both learning and production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9145" y="3046512"/>
            <a:ext cx="3595315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</a:t>
            </a:r>
            <a:pPr algn="l" indent="0" marL="0">
              <a:lnSpc>
                <a:spcPct val="133000"/>
              </a:lnSpc>
              <a:buNone/>
            </a:pPr>
            <a:r>
              <a:rPr lang="en-US" sz="95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complain mode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to develop and debug profiles, then switch to </a:t>
            </a:r>
            <a:pPr algn="l" indent="0" marL="0">
              <a:lnSpc>
                <a:spcPct val="133000"/>
              </a:lnSpc>
              <a:buNone/>
            </a:pPr>
            <a:r>
              <a:rPr lang="en-US" sz="950" b="1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mode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active protection in production.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49465" y="2541761"/>
            <a:ext cx="279053" cy="279053"/>
          </a:xfrm>
          <a:prstGeom prst="roundRect">
            <a:avLst>
              <a:gd name="adj" fmla="val 6668"/>
            </a:avLst>
          </a:prstGeom>
          <a:solidFill>
            <a:srgbClr val="404040"/>
          </a:solidFill>
          <a:ln/>
        </p:spPr>
      </p:sp>
      <p:sp>
        <p:nvSpPr>
          <p:cNvPr id="18" name="Text 16"/>
          <p:cNvSpPr/>
          <p:nvPr/>
        </p:nvSpPr>
        <p:spPr>
          <a:xfrm>
            <a:off x="4695974" y="2565016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052492" y="2584400"/>
            <a:ext cx="3595390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AppArmor is a critical tool for Linux hardening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52492" y="3046512"/>
            <a:ext cx="3595390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Pre-installed on major distributions, easy to configure, and effective at containing compromised applications — essential knowledge for any security-minded Linux administrator.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6119" y="3781425"/>
            <a:ext cx="8151763" cy="686842"/>
          </a:xfrm>
          <a:prstGeom prst="roundRect">
            <a:avLst>
              <a:gd name="adj" fmla="val 2709"/>
            </a:avLst>
          </a:prstGeom>
          <a:solidFill>
            <a:srgbClr val="022349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092" y="3961209"/>
            <a:ext cx="155004" cy="12397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99071" y="3924002"/>
            <a:ext cx="7624837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 Steps: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Run 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highlight>
                  <a:srgbClr val="2E2E2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aa-status</a:t>
            </a:r>
            <a:pPr algn="l" indent="0" marL="0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on your system to see which profiles are already active. Try converting a complain-mode profile to enforce mode and observe the logs.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2026-06-11T12:49:31Z</dcterms:created>
  <dcterms:modified xsi:type="dcterms:W3CDTF">2026-06-11T12:49:31Z</dcterms:modified>
</cp:coreProperties>
</file>